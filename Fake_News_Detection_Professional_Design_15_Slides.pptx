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KALP RATHORE" userId="5043820a29be7a6a" providerId="LiveId" clId="{F25CBFDE-D4F8-4B8B-B421-24591038C0EB}"/>
    <pc:docChg chg="custSel modSld">
      <pc:chgData name="ANUKALP RATHORE" userId="5043820a29be7a6a" providerId="LiveId" clId="{F25CBFDE-D4F8-4B8B-B421-24591038C0EB}" dt="2026-07-14T13:54:41.171" v="1" actId="6264"/>
      <pc:docMkLst>
        <pc:docMk/>
      </pc:docMkLst>
      <pc:sldChg chg="mod chgLayout">
        <pc:chgData name="ANUKALP RATHORE" userId="5043820a29be7a6a" providerId="LiveId" clId="{F25CBFDE-D4F8-4B8B-B421-24591038C0EB}" dt="2026-07-14T13:54:41.171" v="1" actId="6264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Fake News Detection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602703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3600" dirty="0"/>
              <a:t>Submitted By: </a:t>
            </a:r>
            <a:r>
              <a:rPr sz="3600" dirty="0" err="1"/>
              <a:t>Anukalp</a:t>
            </a:r>
            <a:r>
              <a:rPr sz="3600" dirty="0"/>
              <a:t> Rathore</a:t>
            </a:r>
            <a:br>
              <a:rPr sz="3600" dirty="0"/>
            </a:br>
            <a:r>
              <a:rPr sz="3600" dirty="0"/>
              <a:t>Submitted To: IBM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11332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2800" b="1" dirty="0"/>
              <a:t>• What is fake news?</a:t>
            </a:r>
            <a:r>
              <a:rPr lang="en-US" sz="2800" b="1" dirty="0"/>
              <a:t> 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Fake news is false or misleading information presented as real news. It is often created to mislead people, gain attention, or influence opinions.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br>
              <a:rPr dirty="0"/>
            </a:br>
            <a:r>
              <a:rPr sz="2800" b="1" dirty="0"/>
              <a:t>• Why detection matters</a:t>
            </a:r>
            <a:r>
              <a:rPr lang="en-US" sz="2800" b="1" dirty="0"/>
              <a:t> 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Stops the spread of false information. 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Protects people from scams and misinformation. 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Helps people make informed decisions.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10048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2400">
                <a:solidFill>
                  <a:srgbClr val="282828"/>
                </a:solidFill>
              </a:defRPr>
            </a:pPr>
            <a:r>
              <a:rPr sz="2800" b="1" dirty="0"/>
              <a:t>• Misinformation spreads fast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dirty="0"/>
              <a:t>   F</a:t>
            </a:r>
            <a:r>
              <a:rPr lang="en-IN" sz="2400" dirty="0"/>
              <a:t>alse news spreads quickly through social media, messaging apps, and websites, reaching many people in a short time.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br>
              <a:rPr dirty="0"/>
            </a:br>
            <a:r>
              <a:rPr sz="2800" b="1" dirty="0"/>
              <a:t>• Manual checking is slow</a:t>
            </a:r>
            <a:r>
              <a:rPr lang="en-US" sz="2800" b="1" dirty="0"/>
              <a:t> 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Verifying news by humans takes time and effort, so fake news can spread widely before it is identified. 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Detect fake news</a:t>
            </a:r>
            <a:br/>
            <a:r>
              <a:t>• Improve accuracy</a:t>
            </a:r>
            <a:br/>
            <a:r>
              <a:t>• Save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87654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2800" b="1" dirty="0"/>
              <a:t>• Manual fact checking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News is verified by people using trusted sources to determine whether the information is true or false.</a:t>
            </a:r>
            <a:endParaRPr lang="en-US" dirty="0"/>
          </a:p>
          <a:p>
            <a:pPr>
              <a:defRPr sz="2400">
                <a:solidFill>
                  <a:srgbClr val="282828"/>
                </a:solidFill>
              </a:defRPr>
            </a:pPr>
            <a:br>
              <a:rPr dirty="0"/>
            </a:br>
            <a:r>
              <a:rPr sz="2800" b="1" dirty="0"/>
              <a:t>• Time consuming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Manual verification takes significant time and effort, making it difficult to stop fake news before it spreads.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7802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2800" b="1" dirty="0"/>
              <a:t>• NLP + Machine Learning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Processes and understands human language. Learns patterns from data using algorithms. Improves prediction accuracy over time. Reduces manual work and saves time.</a:t>
            </a:r>
            <a:br>
              <a:rPr dirty="0"/>
            </a:br>
            <a:r>
              <a:rPr sz="2800" b="1" dirty="0"/>
              <a:t>• Automatic classification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Automatically assigns data to predefined categories. Fast and accurate classification process. Minimizes human errors. 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b="1" dirty="0"/>
              <a:t>Example:</a:t>
            </a:r>
            <a:r>
              <a:rPr lang="en-IN" sz="2400" dirty="0"/>
              <a:t> Classifying crop disease reports as </a:t>
            </a:r>
            <a:r>
              <a:rPr lang="en-IN" sz="2400" i="1" dirty="0"/>
              <a:t>Healthy</a:t>
            </a:r>
            <a:r>
              <a:rPr lang="en-IN" sz="2400" dirty="0"/>
              <a:t>, </a:t>
            </a:r>
            <a:r>
              <a:rPr lang="en-IN" sz="2400" i="1" dirty="0"/>
              <a:t>Early Blight</a:t>
            </a:r>
            <a:r>
              <a:rPr lang="en-IN" sz="2400" dirty="0"/>
              <a:t>, or </a:t>
            </a:r>
            <a:r>
              <a:rPr lang="en-IN" sz="2400" i="1" dirty="0"/>
              <a:t>Late Blight</a:t>
            </a:r>
            <a:r>
              <a:rPr lang="en-IN" sz="24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Input → Cleaning → TF-IDF → Model →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Python</a:t>
            </a:r>
            <a:br/>
            <a:r>
              <a:t>• Pandas</a:t>
            </a:r>
            <a:br/>
            <a:r>
              <a:t>• Scikit-learn</a:t>
            </a:r>
            <a:br/>
            <a:r>
              <a:t>•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Fake.csv</a:t>
            </a:r>
            <a:br/>
            <a:r>
              <a:t>• True.csv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Remove stop words</a:t>
            </a:r>
            <a:br/>
            <a:r>
              <a:t>• Tokenize</a:t>
            </a:r>
            <a:br/>
            <a:r>
              <a:t>• TF-IDF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914400"/>
            <a:ext cx="106375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•</a:t>
            </a:r>
            <a:r>
              <a:rPr sz="2800" b="1" dirty="0"/>
              <a:t> Passive Aggressive Classifier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A </a:t>
            </a:r>
            <a:r>
              <a:rPr lang="en-IN" sz="2400" b="1" dirty="0"/>
              <a:t>Machine Learning classification algorithm</a:t>
            </a:r>
            <a:r>
              <a:rPr lang="en-IN" sz="2400" dirty="0"/>
              <a:t> used for classification tasks. Works well with </a:t>
            </a:r>
            <a:r>
              <a:rPr lang="en-IN" sz="2400" b="1" dirty="0"/>
              <a:t>large and high-dimensional datasets</a:t>
            </a:r>
            <a:r>
              <a:rPr lang="en-IN" sz="2400" dirty="0"/>
              <a:t> (such as text data). Updates the model </a:t>
            </a:r>
            <a:r>
              <a:rPr lang="en-IN" sz="2400" b="1" dirty="0"/>
              <a:t>only when it makes a wrong prediction</a:t>
            </a:r>
            <a:r>
              <a:rPr lang="en-IN" sz="2400" dirty="0"/>
              <a:t>. </a:t>
            </a:r>
            <a:r>
              <a:rPr lang="en-IN" sz="2400" b="1" dirty="0"/>
              <a:t>Passive:</a:t>
            </a:r>
            <a:r>
              <a:rPr lang="en-IN" sz="2400" dirty="0"/>
              <a:t> No update if the prediction is correct. </a:t>
            </a:r>
            <a:r>
              <a:rPr lang="en-IN" sz="2400" b="1" dirty="0"/>
              <a:t>Aggressive:</a:t>
            </a:r>
            <a:r>
              <a:rPr lang="en-IN" sz="2400" dirty="0"/>
              <a:t> Updates the model immediately if the prediction is incorrect. Fast, efficient, and suitable for </a:t>
            </a:r>
            <a:r>
              <a:rPr lang="en-IN" sz="2400" b="1" dirty="0"/>
              <a:t>real-time applications</a:t>
            </a:r>
            <a:r>
              <a:rPr lang="en-IN" sz="24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Training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• 80/20 split</a:t>
            </a:r>
            <a:br/>
            <a:r>
              <a:t>• Evaluate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914400"/>
            <a:ext cx="110032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2800" dirty="0"/>
              <a:t>• </a:t>
            </a:r>
            <a:r>
              <a:rPr sz="2800" b="1" dirty="0"/>
              <a:t>High accuracy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Provides reliable and accurate classification results. Reduces prediction errors by learning from data.</a:t>
            </a:r>
            <a:br>
              <a:rPr dirty="0"/>
            </a:br>
            <a:r>
              <a:rPr dirty="0"/>
              <a:t>• </a:t>
            </a:r>
            <a:r>
              <a:rPr sz="2800" b="1" dirty="0"/>
              <a:t>Fast prediction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Generates results quickly with low processing time. Suitable for real-time and large-scale applications.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942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sz="2800" b="1" dirty="0"/>
              <a:t>• Useful for media &amp; social platforms</a:t>
            </a:r>
            <a:r>
              <a:rPr lang="en-US" sz="2800" b="1" dirty="0"/>
              <a:t>:-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2400" dirty="0"/>
              <a:t>Helps detect and classify fake or misleading news. Filters spam, </a:t>
            </a:r>
            <a:r>
              <a:rPr lang="en-IN" sz="2400" dirty="0" err="1"/>
              <a:t>rumors</a:t>
            </a:r>
            <a:r>
              <a:rPr lang="en-IN" sz="2400" dirty="0"/>
              <a:t>, and harmful content. Supports content moderation on social media. Improves the reliability of online information.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0000"/>
          </a:xfrm>
          <a:prstGeom prst="rect">
            <a:avLst/>
          </a:prstGeom>
          <a:solidFill>
            <a:srgbClr val="234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0000"/>
            <a:ext cx="250000" cy="62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601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477</Words>
  <Application>Microsoft Office PowerPoint</Application>
  <PresentationFormat>Custom</PresentationFormat>
  <Paragraphs>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ANUKALP RATHORE</cp:lastModifiedBy>
  <cp:revision>2</cp:revision>
  <dcterms:created xsi:type="dcterms:W3CDTF">2013-01-27T09:14:16Z</dcterms:created>
  <dcterms:modified xsi:type="dcterms:W3CDTF">2026-07-14T13:54:50Z</dcterms:modified>
  <cp:category/>
</cp:coreProperties>
</file>